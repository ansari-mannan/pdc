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268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5" d="100"/>
          <a:sy n="65" d="100"/>
        </p:scale>
        <p:origin x="724" y="6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1/3/2026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Amazon AWS EC2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A94EA6-6B5B-6CBF-3F9E-DBA4DC956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252311"/>
              </p:ext>
            </p:extLst>
          </p:nvPr>
        </p:nvGraphicFramePr>
        <p:xfrm>
          <a:off x="1623588" y="3886200"/>
          <a:ext cx="8125884" cy="182880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4062942">
                  <a:extLst>
                    <a:ext uri="{9D8B030D-6E8A-4147-A177-3AD203B41FA5}">
                      <a16:colId xmlns:a16="http://schemas.microsoft.com/office/drawing/2014/main" val="3800479391"/>
                    </a:ext>
                  </a:extLst>
                </a:gridCol>
                <a:gridCol w="4062942">
                  <a:extLst>
                    <a:ext uri="{9D8B030D-6E8A-4147-A177-3AD203B41FA5}">
                      <a16:colId xmlns:a16="http://schemas.microsoft.com/office/drawing/2014/main" val="17442716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23SP-033-CS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Abdul Mannan Ansari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33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23SP-008-CS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Talal Aslam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24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23SP-007-CS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Muhammad Sarmad Khan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23SP-031-CS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Shaheer Imran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607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Traditional Hosting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hosting requires physical hardware and manual setup.</a:t>
            </a:r>
          </a:p>
          <a:p>
            <a:r>
              <a:rPr lang="en-US" dirty="0"/>
              <a:t>Servers must be purchased, maintained, and kept.</a:t>
            </a:r>
          </a:p>
          <a:p>
            <a:r>
              <a:rPr lang="en-US" dirty="0"/>
              <a:t>Is slow and costly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D92CC-E3AB-04E2-F065-78D865503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D803C08-C01F-8553-83F1-CDF460A5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Cloud Computing Provides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88E5120-69F5-F52D-1DBE-F3AC09106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computing provides on-demand virtual servers.</a:t>
            </a:r>
          </a:p>
          <a:p>
            <a:r>
              <a:rPr lang="en-US" dirty="0"/>
              <a:t>No physical hardware management.</a:t>
            </a:r>
          </a:p>
          <a:p>
            <a:r>
              <a:rPr lang="en-US" dirty="0"/>
              <a:t>Resources can be created and destroyed in minutes</a:t>
            </a:r>
          </a:p>
        </p:txBody>
      </p:sp>
    </p:spTree>
    <p:extLst>
      <p:ext uri="{BB962C8B-B14F-4D97-AF65-F5344CB8AC3E}">
        <p14:creationId xmlns:p14="http://schemas.microsoft.com/office/powerpoint/2010/main" val="4288351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BFC4B-2FC3-4462-FBE3-A9AF28FDC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5427683-A7C2-16A0-993E-25081274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Infrastructure Used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06B574-7DBB-8528-6BE9-14675A0F4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1612" y="1854197"/>
            <a:ext cx="5181600" cy="3403603"/>
          </a:xfrm>
          <a:prstGeom prst="rect">
            <a:avLst/>
          </a:prstGeom>
        </p:spPr>
      </p:pic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5FF02940-4A31-D873-6550-AF28CB401B40}"/>
              </a:ext>
            </a:extLst>
          </p:cNvPr>
          <p:cNvSpPr txBox="1">
            <a:spLocks/>
          </p:cNvSpPr>
          <p:nvPr/>
        </p:nvSpPr>
        <p:spPr>
          <a:xfrm>
            <a:off x="1371283" y="1854197"/>
            <a:ext cx="5180329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EC2 instance running Ubuntu Linux</a:t>
            </a:r>
          </a:p>
          <a:p>
            <a:r>
              <a:rPr lang="en-US"/>
              <a:t>Public IP for global access</a:t>
            </a:r>
          </a:p>
          <a:p>
            <a:r>
              <a:rPr lang="en-US"/>
              <a:t>Security rules controlling inbound traffic (HTTP, SSH)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788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377F-1329-AB4D-A7B0-767C5C00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3F62DCC-8AFB-8DCC-14CD-3BA23F02F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Deployed Application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8D34BC-82E9-A221-F0FC-883E52458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1612" y="1854197"/>
            <a:ext cx="5181600" cy="3403603"/>
          </a:xfrm>
          <a:prstGeom prst="rect">
            <a:avLst/>
          </a:prstGeom>
        </p:spPr>
      </p:pic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B03D6F28-B11C-836A-107A-016AFE9461A7}"/>
              </a:ext>
            </a:extLst>
          </p:cNvPr>
          <p:cNvSpPr txBox="1">
            <a:spLocks/>
          </p:cNvSpPr>
          <p:nvPr/>
        </p:nvSpPr>
        <p:spPr>
          <a:xfrm>
            <a:off x="1371283" y="1854197"/>
            <a:ext cx="5180329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Web server installed on a remote machine.</a:t>
            </a:r>
          </a:p>
          <a:p>
            <a:r>
              <a:rPr lang="en-US" dirty="0"/>
              <a:t>Static and interactive content hosted.</a:t>
            </a:r>
          </a:p>
          <a:p>
            <a:r>
              <a:rPr lang="en-US" dirty="0"/>
              <a:t>Application accessible through a browser.</a:t>
            </a:r>
          </a:p>
        </p:txBody>
      </p:sp>
    </p:spTree>
    <p:extLst>
      <p:ext uri="{BB962C8B-B14F-4D97-AF65-F5344CB8AC3E}">
        <p14:creationId xmlns:p14="http://schemas.microsoft.com/office/powerpoint/2010/main" val="3353892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9966F-DF13-0782-A12C-E4133C04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337C4D4-BE33-5DFB-491A-BCE59A17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and Time Efficiency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61BB40-0B2A-BEDB-1357-880C984A7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1612" y="1854197"/>
            <a:ext cx="5181600" cy="3403603"/>
          </a:xfrm>
          <a:prstGeom prst="rect">
            <a:avLst/>
          </a:prstGeom>
        </p:spPr>
      </p:pic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7A6D8FC3-0F6B-14CB-3663-14E4F53C4BAB}"/>
              </a:ext>
            </a:extLst>
          </p:cNvPr>
          <p:cNvSpPr txBox="1">
            <a:spLocks/>
          </p:cNvSpPr>
          <p:nvPr/>
        </p:nvSpPr>
        <p:spPr>
          <a:xfrm>
            <a:off x="1371283" y="1854197"/>
            <a:ext cx="5180329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Entire setup completed in under an hour.</a:t>
            </a:r>
          </a:p>
          <a:p>
            <a:r>
              <a:rPr lang="en-US" dirty="0"/>
              <a:t>No upfront cost using Free Tier.</a:t>
            </a:r>
          </a:p>
          <a:p>
            <a:r>
              <a:rPr lang="en-US" dirty="0"/>
              <a:t>Instance can be stopped or deleted anytime.</a:t>
            </a:r>
          </a:p>
        </p:txBody>
      </p:sp>
    </p:spTree>
    <p:extLst>
      <p:ext uri="{BB962C8B-B14F-4D97-AF65-F5344CB8AC3E}">
        <p14:creationId xmlns:p14="http://schemas.microsoft.com/office/powerpoint/2010/main" val="2654042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A11D4-70F2-3CD5-7E8F-3171F752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E1EA423-CB24-217B-0EF5-57240291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Cloud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88FC48CF-11C1-3F30-F9E6-9F9B6249DC98}"/>
              </a:ext>
            </a:extLst>
          </p:cNvPr>
          <p:cNvSpPr txBox="1">
            <a:spLocks/>
          </p:cNvSpPr>
          <p:nvPr/>
        </p:nvSpPr>
        <p:spPr>
          <a:xfrm>
            <a:off x="1371283" y="1854197"/>
            <a:ext cx="102081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Infrastructure details are abstracted.</a:t>
            </a:r>
          </a:p>
          <a:p>
            <a:r>
              <a:rPr lang="en-US" dirty="0"/>
              <a:t>Focus remains on application logic.</a:t>
            </a:r>
          </a:p>
          <a:p>
            <a:r>
              <a:rPr lang="en-US" dirty="0"/>
              <a:t>Scaling and networking handled by the platform.</a:t>
            </a:r>
          </a:p>
        </p:txBody>
      </p:sp>
    </p:spTree>
    <p:extLst>
      <p:ext uri="{BB962C8B-B14F-4D97-AF65-F5344CB8AC3E}">
        <p14:creationId xmlns:p14="http://schemas.microsoft.com/office/powerpoint/2010/main" val="589364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70EB9-B4D6-02A7-ADD3-E31112A37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7D26B93-CBB9-CA47-B074-1A719AF3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Cloud Cont.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4E6BAF0F-CC75-C3FF-7D22-5DF7BAC19727}"/>
              </a:ext>
            </a:extLst>
          </p:cNvPr>
          <p:cNvSpPr txBox="1">
            <a:spLocks/>
          </p:cNvSpPr>
          <p:nvPr/>
        </p:nvSpPr>
        <p:spPr>
          <a:xfrm>
            <a:off x="1371283" y="1854197"/>
            <a:ext cx="102081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Cloud turns servers into disposable resources.</a:t>
            </a:r>
          </a:p>
          <a:p>
            <a:r>
              <a:rPr lang="en-US" dirty="0"/>
              <a:t>Faster development and deployment.</a:t>
            </a:r>
          </a:p>
          <a:p>
            <a:r>
              <a:rPr lang="en-US" dirty="0"/>
              <a:t>Lower cost and lower risk for experimentation.</a:t>
            </a:r>
          </a:p>
        </p:txBody>
      </p:sp>
    </p:spTree>
    <p:extLst>
      <p:ext uri="{BB962C8B-B14F-4D97-AF65-F5344CB8AC3E}">
        <p14:creationId xmlns:p14="http://schemas.microsoft.com/office/powerpoint/2010/main" val="536927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9D514-D14B-5403-939D-44719EE7D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B7C436D-A617-9FA7-365D-4F15CA1F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Cloud 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8410EC05-F7DA-FB35-5907-965D059DDFC7}"/>
              </a:ext>
            </a:extLst>
          </p:cNvPr>
          <p:cNvSpPr txBox="1">
            <a:spLocks/>
          </p:cNvSpPr>
          <p:nvPr/>
        </p:nvSpPr>
        <p:spPr>
          <a:xfrm>
            <a:off x="1371283" y="1854197"/>
            <a:ext cx="102081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Dependence on internet connectivity.</a:t>
            </a:r>
          </a:p>
          <a:p>
            <a:r>
              <a:rPr lang="en-US" dirty="0"/>
              <a:t>Ongoing cost if resources are left running.</a:t>
            </a:r>
          </a:p>
          <a:p>
            <a:r>
              <a:rPr lang="en-US" dirty="0"/>
              <a:t>Requires proper security configuration to avoid exposure</a:t>
            </a:r>
          </a:p>
        </p:txBody>
      </p:sp>
    </p:spTree>
    <p:extLst>
      <p:ext uri="{BB962C8B-B14F-4D97-AF65-F5344CB8AC3E}">
        <p14:creationId xmlns:p14="http://schemas.microsoft.com/office/powerpoint/2010/main" val="1730963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38</TotalTime>
  <Words>210</Words>
  <Application>Microsoft Office PowerPoint</Application>
  <PresentationFormat>Custom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Tech 16x9</vt:lpstr>
      <vt:lpstr>Amazon AWS EC2</vt:lpstr>
      <vt:lpstr>Problem with Traditional Hosting</vt:lpstr>
      <vt:lpstr>What Cloud Computing Provides</vt:lpstr>
      <vt:lpstr>Cloud Infrastructure Used</vt:lpstr>
      <vt:lpstr>Deployed Application</vt:lpstr>
      <vt:lpstr>Cost and Time Efficiency</vt:lpstr>
      <vt:lpstr>Advantages of Cloud</vt:lpstr>
      <vt:lpstr>Advantages of Cloud Cont.</vt:lpstr>
      <vt:lpstr>Disadvantages of Cloud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23SP-033-CS ABDUL MANNAN ANSARI</dc:creator>
  <cp:lastModifiedBy>23SP-033-CS ABDUL MANNAN ANSARI</cp:lastModifiedBy>
  <cp:revision>1</cp:revision>
  <dcterms:created xsi:type="dcterms:W3CDTF">2026-01-02T19:30:52Z</dcterms:created>
  <dcterms:modified xsi:type="dcterms:W3CDTF">2026-01-02T20:09:00Z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